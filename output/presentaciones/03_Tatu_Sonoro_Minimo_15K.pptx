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e588ec23684655" /><Relationship Type="http://schemas.openxmlformats.org/officeDocument/2006/relationships/extended-properties" Target="/docProps/app.xml" Id="Rb9453d5afa6b43ba" /><Relationship Type="http://schemas.openxmlformats.org/officeDocument/2006/relationships/officeDocument" Target="/ppt/presentation.xml" Id="R42abe618ff3945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fd5ccfc119480d"/>
  </p:sldMasterIdLst>
  <p:notesMasterIdLst>
    <p:notesMasterId xmlns:r="http://schemas.openxmlformats.org/officeDocument/2006/relationships" r:id="R6cb164b515fb4c5a"/>
  </p:notesMasterIdLst>
  <p:sldIdLst>
    <p:sldId xmlns:r="http://schemas.openxmlformats.org/officeDocument/2006/relationships" id="256" r:id="R8e6a02fb09cd492c"/>
    <p:sldId xmlns:r="http://schemas.openxmlformats.org/officeDocument/2006/relationships" id="257" r:id="Rada30b1dac4a47ab"/>
    <p:sldId xmlns:r="http://schemas.openxmlformats.org/officeDocument/2006/relationships" id="258" r:id="R2ce8124cea7945de"/>
    <p:sldId xmlns:r="http://schemas.openxmlformats.org/officeDocument/2006/relationships" id="259" r:id="R4d710a2ebdad4515"/>
    <p:sldId xmlns:r="http://schemas.openxmlformats.org/officeDocument/2006/relationships" id="260" r:id="R26f9043307a74977"/>
    <p:sldId xmlns:r="http://schemas.openxmlformats.org/officeDocument/2006/relationships" id="261" r:id="Rb3c4c8608d04401f"/>
    <p:sldId xmlns:r="http://schemas.openxmlformats.org/officeDocument/2006/relationships" id="262" r:id="Rc767301374c449ba"/>
    <p:sldId xmlns:r="http://schemas.openxmlformats.org/officeDocument/2006/relationships" id="263" r:id="Rad885479200c4cad"/>
    <p:sldId xmlns:r="http://schemas.openxmlformats.org/officeDocument/2006/relationships" id="264" r:id="Rd54a472a97ff4d6f"/>
    <p:sldId xmlns:r="http://schemas.openxmlformats.org/officeDocument/2006/relationships" id="265" r:id="R41686c1a1ffa4b6c"/>
    <p:sldId xmlns:r="http://schemas.openxmlformats.org/officeDocument/2006/relationships" id="266" r:id="R3f3d880704e24deb"/>
    <p:sldId xmlns:r="http://schemas.openxmlformats.org/officeDocument/2006/relationships" id="267" r:id="Rf10ee125b1924b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7654e74eb34b83" /><Relationship Type="http://schemas.openxmlformats.org/officeDocument/2006/relationships/slideMaster" Target="/ppt/slideMasters/slideMaster1.xml" Id="R1bfd5ccfc119480d" /><Relationship Type="http://schemas.openxmlformats.org/officeDocument/2006/relationships/notesMaster" Target="/ppt/notesMasters/notesMaster1.xml" Id="R6cb164b515fb4c5a" /><Relationship Type="http://schemas.openxmlformats.org/officeDocument/2006/relationships/presProps" Target="/ppt/presProps.xml" Id="R1fb8c0f3f38f41f2" /><Relationship Type="http://schemas.openxmlformats.org/officeDocument/2006/relationships/tableStyles" Target="/ppt/tableStyles.xml" Id="Rde60e4c949df4a29" /><Relationship Type="http://schemas.openxmlformats.org/officeDocument/2006/relationships/slide" Target="/ppt/slides/slide1.xml" Id="R8e6a02fb09cd492c" /><Relationship Type="http://schemas.openxmlformats.org/officeDocument/2006/relationships/slide" Target="/ppt/slides/slide2.xml" Id="Rada30b1dac4a47ab" /><Relationship Type="http://schemas.openxmlformats.org/officeDocument/2006/relationships/slide" Target="/ppt/slides/slide3.xml" Id="R2ce8124cea7945de" /><Relationship Type="http://schemas.openxmlformats.org/officeDocument/2006/relationships/slide" Target="/ppt/slides/slide4.xml" Id="R4d710a2ebdad4515" /><Relationship Type="http://schemas.openxmlformats.org/officeDocument/2006/relationships/slide" Target="/ppt/slides/slide5.xml" Id="R26f9043307a74977" /><Relationship Type="http://schemas.openxmlformats.org/officeDocument/2006/relationships/slide" Target="/ppt/slides/slide6.xml" Id="Rb3c4c8608d04401f" /><Relationship Type="http://schemas.openxmlformats.org/officeDocument/2006/relationships/slide" Target="/ppt/slides/slide7.xml" Id="Rc767301374c449ba" /><Relationship Type="http://schemas.openxmlformats.org/officeDocument/2006/relationships/slide" Target="/ppt/slides/slide8.xml" Id="Rad885479200c4cad" /><Relationship Type="http://schemas.openxmlformats.org/officeDocument/2006/relationships/slide" Target="/ppt/slides/slide9.xml" Id="Rd54a472a97ff4d6f" /><Relationship Type="http://schemas.openxmlformats.org/officeDocument/2006/relationships/slide" Target="/ppt/slides/slide10.xml" Id="R41686c1a1ffa4b6c" /><Relationship Type="http://schemas.openxmlformats.org/officeDocument/2006/relationships/slide" Target="/ppt/slides/slide11.xml" Id="R3f3d880704e24deb" /><Relationship Type="http://schemas.openxmlformats.org/officeDocument/2006/relationships/slide" Target="/ppt/slides/slide12.xml" Id="Rf10ee125b1924b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5a95ba790741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d6a2a238064a41" /><Relationship Type="http://schemas.openxmlformats.org/officeDocument/2006/relationships/notesMaster" Target="/ppt/notesMasters/notesMaster1.xml" Id="R650def7af61d4c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748c23540f4a64" /><Relationship Type="http://schemas.openxmlformats.org/officeDocument/2006/relationships/notesMaster" Target="/ppt/notesMasters/notesMaster1.xml" Id="Rf60331714afe44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ec3bf8767e4b17" /><Relationship Type="http://schemas.openxmlformats.org/officeDocument/2006/relationships/notesMaster" Target="/ppt/notesMasters/notesMaster1.xml" Id="R7304980c9c9745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681ed9025942f3" /><Relationship Type="http://schemas.openxmlformats.org/officeDocument/2006/relationships/notesMaster" Target="/ppt/notesMasters/notesMaster1.xml" Id="R3bd067b2bcb44e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b5dcc29d2a46bf" /><Relationship Type="http://schemas.openxmlformats.org/officeDocument/2006/relationships/notesMaster" Target="/ppt/notesMasters/notesMaster1.xml" Id="R32be13e1425747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0704f7550d4502" /><Relationship Type="http://schemas.openxmlformats.org/officeDocument/2006/relationships/notesMaster" Target="/ppt/notesMasters/notesMaster1.xml" Id="R52296243e0e141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c537187f7e4afb" /><Relationship Type="http://schemas.openxmlformats.org/officeDocument/2006/relationships/notesMaster" Target="/ppt/notesMasters/notesMaster1.xml" Id="Rb5a3a0ad99d64a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e02325652a4d00" /><Relationship Type="http://schemas.openxmlformats.org/officeDocument/2006/relationships/notesMaster" Target="/ppt/notesMasters/notesMaster1.xml" Id="Raea0024572e549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a0668dc1c9480a" /><Relationship Type="http://schemas.openxmlformats.org/officeDocument/2006/relationships/notesMaster" Target="/ppt/notesMasters/notesMaster1.xml" Id="R71a706a98a7740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1312d9b7dc4240" /><Relationship Type="http://schemas.openxmlformats.org/officeDocument/2006/relationships/notesMaster" Target="/ppt/notesMasters/notesMaster1.xml" Id="Rd3dd772f02c642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7f929392b140c4" /><Relationship Type="http://schemas.openxmlformats.org/officeDocument/2006/relationships/notesMaster" Target="/ppt/notesMasters/notesMaster1.xml" Id="R3005bf730b4947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9bbf50c03a47de" /><Relationship Type="http://schemas.openxmlformats.org/officeDocument/2006/relationships/notesMaster" Target="/ppt/notesMasters/notesMaster1.xml" Id="R3746ab5b78c443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/Users/martinmarquez/projects/chakana-art-car/output/visuals/12_tatu_minimo_marcha.png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/Users/martinmarquez/projects/chakana-art-car/output/visuals/12_tatu_minimo_marcha.png</a:t>
            </a:r>
          </a:p>
          <a:p xmlns:a="http://schemas.openxmlformats.org/drawingml/2006/main">
            <a:r>
              <a:t>- /Users/martinmarquez/projects/chakana-art-car/output/visuals/13_tatu_minimo_fiesta.png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/Users/martinmarquez/projects/chakana-art-car/output/visuals/12_tatu_minimo_marcha.png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https://listado.mercadolibre.com.ar/cubiertas-24-8-12</a:t>
            </a:r>
          </a:p>
          <a:p xmlns:a="http://schemas.openxmlformats.org/drawingml/2006/main">
            <a:r>
              <a:t>- https://www.mercadolibre.com.ar/cubierta-25x1012-honda-polaris-can-am-kawasak-tacos-ref-6-t/up/MLAU298485992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https://www.clubcar.com/-/media/project/milky-way/clubcar/clubcar-documents/pdf/literature/commercial/carryall/comm0045---carryall-300-brochure-lr.pdf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/Users/martinmarquez/projects/chakana-art-car/output/visuals/13_tatu_minimo_fiesta.png</a:t>
            </a:r>
          </a:p>
          <a:p xmlns:a="http://schemas.openxmlformats.org/drawingml/2006/main">
            <a:r>
              <a:t>- https://www.afrikaburn.org/afrikaburn-sound-policy/</a:t>
            </a:r>
          </a:p>
          <a:p xmlns:a="http://schemas.openxmlformats.org/drawingml/2006/main">
            <a:r>
              <a:t>- https://www.alquilerdecamaras.com.ar/rentals/omrental/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/Users/martinmarquez/projects/chakana-art-car/output/Tatu_Sonoro_Minimo_Presupuesto_15K.xlsx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/Users/martinmarquez/projects/chakana-art-car/output/Tatu_Sonoro_Minimo_Presupuesto_15K.xlsx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/Users/martinmarquez/projects/chakana-art-car/output/Tatu_Sonoro_Minimo_Presupuesto_15K.xlsx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/Users/martinmarquez/projects/chakana-art-car/output/Tatu_Sonoro_Minimo_Presupuesto_15K.xlsx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/Users/martinmarquez/projects/chakana-art-car/output/Tatu_Sonoro_Minimo_Presupuesto_15K.xlsx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8366ceca745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f29650a0dc462f" /><Relationship Type="http://schemas.openxmlformats.org/officeDocument/2006/relationships/slideLayout" Target="/ppt/slideLayouts/slideLayout1.xml" Id="R027d085097c049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7d085097c049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5a091083440d6" /><Relationship Type="http://schemas.openxmlformats.org/officeDocument/2006/relationships/image" Target="/ppt/media/image.png" Id="Rf1afa5574e454119" /><Relationship Type="http://schemas.openxmlformats.org/officeDocument/2006/relationships/notesSlide" Target="/ppt/notesSlides/notesSlide1.xml" Id="Rb778984ea1aa48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b9b60021745cb" /><Relationship Type="http://schemas.openxmlformats.org/officeDocument/2006/relationships/notesSlide" Target="/ppt/notesSlides/notesSlide2.xml" Id="R2ee19d7c354b4d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b04df04d84fbf" /><Relationship Type="http://schemas.openxmlformats.org/officeDocument/2006/relationships/image" Target="/ppt/media/image2.png" Id="Rb09fcf0a017c4f4c" /><Relationship Type="http://schemas.openxmlformats.org/officeDocument/2006/relationships/image" Target="/ppt/media/image3.png" Id="R1e3c0937d5e54ac8" /><Relationship Type="http://schemas.openxmlformats.org/officeDocument/2006/relationships/notesSlide" Target="/ppt/notesSlides/notesSlide3.xml" Id="Re6232317c58949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fc5ab68ee42e8" /><Relationship Type="http://schemas.openxmlformats.org/officeDocument/2006/relationships/image" Target="/ppt/media/image4.png" Id="R50a0ff7955884866" /><Relationship Type="http://schemas.openxmlformats.org/officeDocument/2006/relationships/notesSlide" Target="/ppt/notesSlides/notesSlide4.xml" Id="R56f3133076ec43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030cf3bda464b" /><Relationship Type="http://schemas.openxmlformats.org/officeDocument/2006/relationships/notesSlide" Target="/ppt/notesSlides/notesSlide5.xml" Id="Re270d07567474a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44c3e7c854fa0" /><Relationship Type="http://schemas.openxmlformats.org/officeDocument/2006/relationships/chart" Target="/ppt/slides/charts/chart1.xml" Id="Rf6669ab4e96a4149" /><Relationship Type="http://schemas.openxmlformats.org/officeDocument/2006/relationships/notesSlide" Target="/ppt/notesSlides/notesSlide6.xml" Id="Re8c3f0fe128c4b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7eb7bf53946fc" /><Relationship Type="http://schemas.openxmlformats.org/officeDocument/2006/relationships/image" Target="/ppt/media/image5.png" Id="Rb99a378e55fa4e92" /><Relationship Type="http://schemas.openxmlformats.org/officeDocument/2006/relationships/notesSlide" Target="/ppt/notesSlides/notesSlide7.xml" Id="R721b1c29cbaf43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6a6faa2f04a1c" /><Relationship Type="http://schemas.openxmlformats.org/officeDocument/2006/relationships/notesSlide" Target="/ppt/notesSlides/notesSlide8.xml" Id="R3c90041593f440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45fd2ba8e4027" /><Relationship Type="http://schemas.openxmlformats.org/officeDocument/2006/relationships/chart" Target="/ppt/slides/charts/chart2.xml" Id="Re8e6058d002a4696" /><Relationship Type="http://schemas.openxmlformats.org/officeDocument/2006/relationships/notesSlide" Target="/ppt/notesSlides/notesSlide9.xml" Id="R0cd580725f744b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a934f12644e43" /><Relationship Type="http://schemas.openxmlformats.org/officeDocument/2006/relationships/notesSlide" Target="/ppt/notesSlides/notesSlide10.xml" Id="R1a9f7fa71bca4a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f407d728f4618" /><Relationship Type="http://schemas.openxmlformats.org/officeDocument/2006/relationships/notesSlide" Target="/ppt/notesSlides/notesSlide11.xml" Id="R670751ab16bf44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0028cd9f24e03" /><Relationship Type="http://schemas.openxmlformats.org/officeDocument/2006/relationships/notesSlide" Target="/ppt/notesSlides/notesSlide12.xml" Id="Rec8fc63959a8409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@5 km/h</c:v>
          </c:tx>
          <c:spPr>
            <a:solidFill xmlns:a="http://schemas.openxmlformats.org/drawingml/2006/main">
              <a:srgbClr val="4BC0C8"/>
            </a:solidFill>
          </c:spPr>
          <c:cat>
            <c:strLit>
              <c:ptCount val="5"/>
              <c:pt idx="0">
                <c:v>Pasto plano</c:v>
              </c:pt>
              <c:pt idx="1">
                <c:v>Pasto +5%</c:v>
              </c:pt>
              <c:pt idx="2">
                <c:v>Pasto +10%</c:v>
              </c:pt>
              <c:pt idx="3">
                <c:v>Barro +5%</c:v>
              </c:pt>
              <c:pt idx="4">
                <c:v>Barro +10%*</c:v>
              </c:pt>
            </c:strLit>
          </c:cat>
          <c:val>
            <c:numLit>
              <c:formatCode>General</c:formatCode>
              <c:ptCount val="5"/>
              <c:pt idx="0">
                <c:v>1.02</c:v>
              </c:pt>
              <c:pt idx="1">
                <c:v>1.65</c:v>
              </c:pt>
              <c:pt idx="2">
                <c:v>2.29</c:v>
              </c:pt>
              <c:pt idx="3">
                <c:v>2.54</c:v>
              </c:pt>
              <c:pt idx="4">
                <c:v>3.18</c:v>
              </c:pt>
            </c:numLit>
          </c:val>
        </c:ser>
        <c:ser>
          <c:idx val="1"/>
          <c:order val="1"/>
          <c:tx>
            <c:v>@8 km/h</c:v>
          </c:tx>
          <c:spPr>
            <a:solidFill xmlns:a="http://schemas.openxmlformats.org/drawingml/2006/main">
              <a:srgbClr val="F3A333"/>
            </a:solidFill>
          </c:spPr>
          <c:cat>
            <c:strLit>
              <c:ptCount val="5"/>
              <c:pt idx="0">
                <c:v>Pasto plano</c:v>
              </c:pt>
              <c:pt idx="1">
                <c:v>Pasto +5%</c:v>
              </c:pt>
              <c:pt idx="2">
                <c:v>Pasto +10%</c:v>
              </c:pt>
              <c:pt idx="3">
                <c:v>Barro +5%</c:v>
              </c:pt>
              <c:pt idx="4">
                <c:v>Barro +10%*</c:v>
              </c:pt>
            </c:strLit>
          </c:cat>
          <c:val>
            <c:numLit>
              <c:formatCode>General</c:formatCode>
              <c:ptCount val="5"/>
              <c:pt idx="0">
                <c:v>1.63</c:v>
              </c:pt>
              <c:pt idx="1">
                <c:v>2.65</c:v>
              </c:pt>
              <c:pt idx="2">
                <c:v>3.66</c:v>
              </c:pt>
              <c:pt idx="3">
                <c:v>4.07</c:v>
              </c:pt>
              <c:pt idx="4">
                <c:v>5.09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716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9D1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2717C"/>
                    </a:solidFill>
                  </a:rPr>
                  <a:t>kW de tracción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2717C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17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4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AF6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324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CFAF6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USD</c:v>
          </c:tx>
          <c:spPr>
            <a:solidFill xmlns:a="http://schemas.openxmlformats.org/drawingml/2006/main">
              <a:srgbClr val="4BC0C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3A333"/>
              </a:solidFill>
            </c:spPr>
          </c:dPt>
          <c:cat>
            <c:strLit>
              <c:ptCount val="6"/>
              <c:pt idx="0">
                <c:v>Donor + inspección</c:v>
              </c:pt>
              <c:pt idx="1">
                <c:v>Rodaje seguro</c:v>
              </c:pt>
              <c:pt idx="2">
                <c:v>Arte</c:v>
              </c:pt>
              <c:pt idx="3">
                <c:v>Eléctrico seguro</c:v>
              </c:pt>
              <c:pt idx="4">
                <c:v>Fiesta</c:v>
              </c:pt>
              <c:pt idx="5">
                <c:v>Fab. + pruebas</c:v>
              </c:pt>
            </c:strLit>
          </c:cat>
          <c:val>
            <c:numLit>
              <c:formatCode>General</c:formatCode>
              <c:ptCount val="6"/>
              <c:pt idx="0">
                <c:v>3900</c:v>
              </c:pt>
              <c:pt idx="1">
                <c:v>4000</c:v>
              </c:pt>
              <c:pt idx="2">
                <c:v>1400</c:v>
              </c:pt>
              <c:pt idx="3">
                <c:v>1200</c:v>
              </c:pt>
              <c:pt idx="4">
                <c:v>1350</c:v>
              </c:pt>
              <c:pt idx="5">
                <c:v>1500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05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AFC1CB"/>
                    </a:solidFill>
                  </a:rPr>
                  <a:t>USD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AFC1CB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1C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624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71624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fa5574e45411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07E93-2BD6-485D-8CE0-E0BE04C6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REDISEÑO BAJO USD 15.000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C418E-0059-420E-A731-19FDE49C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Tatú Sonoro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Mínimo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092EB6C-1154-4035-AAAE-6F801CAA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F5D75-FD84-44E0-9569-AE39B903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 mueve. Se abre.</a:t>
            </a:r>
          </a:p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 convierte en fiesta.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E4D9F-FB8D-4386-AFE1-8EAB6114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FD1D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FD1DA"/>
                </a:solidFill>
                <a:latin typeface="Arial"/>
                <a:ea typeface="Arial"/>
                <a:cs typeface="Arial"/>
              </a:rPr>
              <a:t>2×4 · un piloto · DJ en tierra</a:t>
            </a:r>
          </a:p>
        </p:txBody>
      </p:sp>
    </p:spTree>
    <p:extLst>
      <p:ext uri="{BB962C8B-B14F-4D97-AF65-F5344CB8AC3E}">
        <p14:creationId xmlns:p14="http://schemas.microsoft.com/office/powerpoint/2010/main" val="18166388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8D00F-73FC-4135-9F6F-612104D6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TATÚ SONORO MÍNIMO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DEA53-ED6F-424C-938F-B5442D39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El recorte correcto es dejar de llevar personas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0F5A5E1-7488-49C1-A53D-33934053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8042B-B906-4FE1-895E-E1D6F122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75E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75E4B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F2236-9B37-4926-AFDA-83E4BE8A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1,6 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739F0-50FB-44D4-86BC-5F54E9F0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5 ocupantes · 4WD · batería nueva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9D00529B-EB3F-4522-821A-0481BE02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62125"/>
            <a:ext cx="381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49847-F400-4D73-89A4-50B14651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EA48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EA486"/>
                </a:solidFill>
                <a:latin typeface="Arial"/>
                <a:ea typeface="Arial"/>
                <a:cs typeface="Arial"/>
              </a:rPr>
              <a:t>AHORA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A0E5C-1586-4A2B-8CBE-19077832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33625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donor 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01743-CA3C-4123-994D-7A9ED2A6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Sólo piloto · 2×4 · batería usada aprobada</a:t>
            </a:r>
          </a:p>
        </p:txBody>
      </p:sp>
      <p:sp>
        <p:nvSpPr>
          <p:cNvPr id="11" name="pivot">
            <a:extLst xmlns:a="http://schemas.openxmlformats.org/drawingml/2006/main">
              <a:ext uri="{FF2B5EF4-FFF2-40B4-BE49-F238E27FC236}">
                <a16:creationId xmlns:a16="http://schemas.microsoft.com/office/drawing/2014/main" id="{ABE0C158-DEDA-429A-8B66-BD77A9B6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0429875" cy="714375"/>
          </a:xfrm>
          <a:prstGeom xmlns:a="http://schemas.openxmlformats.org/drawingml/2006/main" prst="roundRect">
            <a:avLst>
              <a:gd name="adj" fmla="val 18667"/>
            </a:avLst>
          </a:prstGeom>
          <a:solidFill xmlns:a="http://schemas.openxmlformats.org/drawingml/2006/main">
            <a:srgbClr val="D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A5018-ABD8-4F9B-AAA5-80EAAF11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La fiesta viaja guardada; se despliega únicamente con el vehículo detenido.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59C5D-FF5A-4863-80FE-F3AF995C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PREFactibilidad mínima · agosto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41334-0B8C-45B7-8EA8-FC3ACDDF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4517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74A1D-A57D-48BC-BC68-DB474EFD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TATÚ SONORO MÍNIMO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23724-CC9E-4CFD-9CDB-05ED5305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Dos modos, una sola escultura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36117E9-859A-4C3B-869D-0C9CE14F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fcf0a017c4f4c"/>
          <a:srcRect xmlns:a="http://schemas.openxmlformats.org/drawingml/2006/main" l="4379" t="0" r="43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14500"/>
            <a:ext cx="5095875" cy="314325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c0937d5e54ac8"/>
          <a:srcRect xmlns:a="http://schemas.openxmlformats.org/drawingml/2006/main" l="4379" t="0" r="43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25" y="1714500"/>
            <a:ext cx="5095875" cy="314325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46925-139F-421F-8ED8-D16A7C1C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MARCHA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0050E-BFD8-444C-B3ED-EF60EEE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Piloto único · arte cerrado · generador apagado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F72EB-7FC0-4534-83F0-9A9D8C60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95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FIESTA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E3F65-9670-4E1D-BF32-DE43DBB1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5054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DJ parado en tierra · PA abierto · generador afuera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6BB83-5C9E-4CC4-8EC8-3DA26D65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FC1C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FC1CB"/>
                </a:solidFill>
                <a:latin typeface="Arial"/>
                <a:ea typeface="Arial"/>
                <a:cs typeface="Arial"/>
              </a:rPr>
              <a:t>PREFactibilidad mínima · agosto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654D8-81CE-41BD-81CC-FA7F670F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178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FD7172-7C40-49CB-85C4-97CE31ED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TATÚ SONORO MÍNIMO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DA2C8-ABF4-4685-9D0B-6DF5298E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Siete bandas bastan para esconder el chasis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55B14BB-3A07-46CB-9E50-8D67BE48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0ff7955884866"/>
          <a:srcRect xmlns:a="http://schemas.openxmlformats.org/drawingml/2006/main" l="6450" t="0" r="64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524000"/>
            <a:ext cx="619125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42B54-662C-45D0-98C7-5830A46A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1">
            <a:extLst xmlns:a="http://schemas.openxmlformats.org/drawingml/2006/main">
              <a:ext uri="{FF2B5EF4-FFF2-40B4-BE49-F238E27FC236}">
                <a16:creationId xmlns:a16="http://schemas.microsoft.com/office/drawing/2014/main" id="{41E17BCF-D431-4CAD-B151-A172FBD7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859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826DE-CEA6-4518-9CCB-757E46CF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14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Cabeza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86645-AE1A-44E3-B08D-93472B0C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DDA05-E8A2-43EF-BA2F-AF88B355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6692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Visión por la máscara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5C8E1-E90D-4B2F-BDFF-1DD623D8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2">
            <a:extLst xmlns:a="http://schemas.openxmlformats.org/drawingml/2006/main">
              <a:ext uri="{FF2B5EF4-FFF2-40B4-BE49-F238E27FC236}">
                <a16:creationId xmlns:a16="http://schemas.microsoft.com/office/drawing/2014/main" id="{E4E969E3-D544-4E3A-AE73-69A34BFE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AA752-B181-48D9-81E7-212E409A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62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Caparazón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3BB7A-055E-49E5-A7B9-B93910D4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1C7C9-4242-43A3-AF00-0EB5CEA0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1467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7 costillas atornilladas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3B7D4-B214-4C1C-A823-1F536452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3">
            <a:extLst xmlns:a="http://schemas.openxmlformats.org/drawingml/2006/main">
              <a:ext uri="{FF2B5EF4-FFF2-40B4-BE49-F238E27FC236}">
                <a16:creationId xmlns:a16="http://schemas.microsoft.com/office/drawing/2014/main" id="{F62113FB-F216-45AB-A72F-AEF46838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2CEDC-189F-49E8-948B-DE936B00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10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Laterales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74A3B-BFCA-459A-8FA1-AEB2E14F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E95AA-E3D6-47CD-B27C-2E4AAC55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6242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Mesa + registros de PA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BD097-8E18-46CE-B663-8B2F8C73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r4">
            <a:extLst xmlns:a="http://schemas.openxmlformats.org/drawingml/2006/main">
              <a:ext uri="{FF2B5EF4-FFF2-40B4-BE49-F238E27FC236}">
                <a16:creationId xmlns:a16="http://schemas.microsoft.com/office/drawing/2014/main" id="{D850B654-BEEF-4E0B-8F71-1A0A3C4B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D6F37-81B4-4D7E-8B4B-414F68B0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577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Cola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63BBC-D393-4934-9EFC-E4ADC357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577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C30EC-363B-4E4C-B9CD-23826337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1017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Empuje + rescate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8CD55-70C8-40D7-8976-57654E71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816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3,6–4,0 m × 1,80–1,95 m × ≤2,10 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BC20DE-4CF1-4991-8E63-8A161B54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PREFactibilidad mínima · agosto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4D8BB9-D912-4035-81D1-5737DEFC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28449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6011E-139E-4482-942E-CE523832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TATÚ SONORO MÍNIMO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425C2-B0A2-4B1F-B214-CDE97140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Ruedas grandes y baja presión antes que más potencia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C605321-1AA0-4EDF-921E-B7461114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C5B7D-A04E-45DA-B852-728AD595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42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25×10–12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5E6C0-655E-4CC5-AB32-676BA562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traseras motrices · 8–10 psi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BC856-B0A2-40C9-BE63-CDDB597C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24×8–12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143F0-875A-4454-9483-4B86FBC7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03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delanteras · 8–10 psi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A5F63-6FA2-4C84-A113-2052570A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≥1,25×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21986-54B3-4DA9-9C44-91A9A7A5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032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carga medida por rueda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16BA4-183D-480A-84FD-F20422F6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573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≥25 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6C626-A033-4FBC-BDFE-37EF55C8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003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despeje dinámico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CF17C5B7-4F53-48BF-A500-FC258F51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0">
            <a:extLst xmlns:a="http://schemas.openxmlformats.org/drawingml/2006/main">
              <a:ext uri="{FF2B5EF4-FFF2-40B4-BE49-F238E27FC236}">
                <a16:creationId xmlns:a16="http://schemas.microsoft.com/office/drawing/2014/main" id="{97351FF4-57FC-42E0-BAE1-A2542400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4340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CC6C0-5878-465E-8BE8-68E2BB7D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67200"/>
            <a:ext cx="908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ATV/UTV all-terrain 6PR; no taco extremo</a:t>
            </a:r>
          </a:p>
        </p:txBody>
      </p:sp>
      <p:sp>
        <p:nvSpPr>
          <p:cNvPr id="15" name="b1">
            <a:extLst xmlns:a="http://schemas.openxmlformats.org/drawingml/2006/main">
              <a:ext uri="{FF2B5EF4-FFF2-40B4-BE49-F238E27FC236}">
                <a16:creationId xmlns:a16="http://schemas.microsoft.com/office/drawing/2014/main" id="{C9D840ED-6293-40EB-BF60-D705A102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0060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91D9D-E937-4152-8AF1-0EE80B9C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24400"/>
            <a:ext cx="908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Presión final por tabla de carga, huella y temperatura</a:t>
            </a:r>
          </a:p>
        </p:txBody>
      </p:sp>
      <p:sp>
        <p:nvSpPr>
          <p:cNvPr id="17" name="b2">
            <a:extLst xmlns:a="http://schemas.openxmlformats.org/drawingml/2006/main">
              <a:ext uri="{FF2B5EF4-FFF2-40B4-BE49-F238E27FC236}">
                <a16:creationId xmlns:a16="http://schemas.microsoft.com/office/drawing/2014/main" id="{B6842D23-FC0B-426C-A0C5-13691B10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5780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5C4EB-3EF7-4424-B259-A5457663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181600"/>
            <a:ext cx="908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Mantener offset OEM; sin separadores ni beadlocks en fase 1</a:t>
            </a:r>
          </a:p>
        </p:txBody>
      </p:sp>
      <p:sp>
        <p:nvSpPr>
          <p:cNvPr id="19" name="b3">
            <a:extLst xmlns:a="http://schemas.openxmlformats.org/drawingml/2006/main">
              <a:ext uri="{FF2B5EF4-FFF2-40B4-BE49-F238E27FC236}">
                <a16:creationId xmlns:a16="http://schemas.microsoft.com/office/drawing/2014/main" id="{EDC0BD42-50AC-4F1F-9630-5C3394EE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4BEA2-D16C-4DD7-94F5-E9542DA9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638800"/>
            <a:ext cx="908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 exige rehacer transaxle o frenos: rueda OEM en el primer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CF4FBB-9E26-44F2-BE11-B10CCCBB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FC1C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FC1CB"/>
                </a:solidFill>
                <a:latin typeface="Arial"/>
                <a:ea typeface="Arial"/>
                <a:cs typeface="Arial"/>
              </a:rPr>
              <a:t>PREFactibilidad mínima · agosto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97DCE-749C-4745-AF7D-3489ABFA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4497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A8024-7233-4EFB-8DCC-1A4D2843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TATÚ SONORO MÍNIMO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5ABA3-EB86-4A01-B897-73C7D05E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El donor se aprueba en campo, no por catálogo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4CDA075-D25E-4668-91FD-1B555374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7524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669ab4e96a414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4F819-759D-48EF-96A2-5B99EEDA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5262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3–5 kW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05271-9AD7-469F-8749-5FF36EEF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86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nominales</a:t>
            </a:r>
          </a:p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con buen pico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4E41D-188A-4793-87F0-02B124F2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5 km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4B09F-CB17-4DC7-8BBE-1C12A56B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38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prueba cargado antes de comprar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5F601-003B-4A5A-87A3-59FB58D4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8637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75E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75E4B"/>
                </a:solidFill>
                <a:latin typeface="Arial"/>
                <a:ea typeface="Arial"/>
                <a:cs typeface="Arial"/>
              </a:rPr>
              <a:t>* Barro +10% queda fuera del uso normal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504E6-584D-4141-A3B8-166D2537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PREFactibilidad mínima · agosto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80D08-D49D-4C6E-8733-9D5F19ED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9266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a378e55fa4e9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nel">
            <a:extLst xmlns:a="http://schemas.openxmlformats.org/drawingml/2006/main">
              <a:ext uri="{FF2B5EF4-FFF2-40B4-BE49-F238E27FC236}">
                <a16:creationId xmlns:a16="http://schemas.microsoft.com/office/drawing/2014/main" id="{AF4678DC-FE6A-43A9-A4AE-EB45FF54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3EF1A-74AA-46C6-9F98-D3CAFE84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34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DJ parado.</a:t>
            </a:r>
          </a:p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Vehículo parado.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66E1A23-E119-498E-A6F5-5E37BE0D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0">
            <a:extLst xmlns:a="http://schemas.openxmlformats.org/drawingml/2006/main">
              <a:ext uri="{FF2B5EF4-FFF2-40B4-BE49-F238E27FC236}">
                <a16:creationId xmlns:a16="http://schemas.microsoft.com/office/drawing/2014/main" id="{98C3B141-988B-45EE-AA20-CE3325BF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7705A-DDE9-4916-A39E-A684D685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038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Mesa sobre patas propias</a:t>
            </a:r>
          </a:p>
        </p:txBody>
      </p:sp>
      <p:sp>
        <p:nvSpPr>
          <p:cNvPr id="7" name="b1">
            <a:extLst xmlns:a="http://schemas.openxmlformats.org/drawingml/2006/main">
              <a:ext uri="{FF2B5EF4-FFF2-40B4-BE49-F238E27FC236}">
                <a16:creationId xmlns:a16="http://schemas.microsoft.com/office/drawing/2014/main" id="{3282D2F4-2EA5-408D-AE8C-AC0A15F5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AFCCD-A16D-4E7A-958D-26D16DFE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3038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Tracción inhibida al desplegar</a:t>
            </a:r>
          </a:p>
        </p:txBody>
      </p:sp>
      <p:sp>
        <p:nvSpPr>
          <p:cNvPr id="9" name="b2">
            <a:extLst xmlns:a="http://schemas.openxmlformats.org/drawingml/2006/main">
              <a:ext uri="{FF2B5EF4-FFF2-40B4-BE49-F238E27FC236}">
                <a16:creationId xmlns:a16="http://schemas.microsoft.com/office/drawing/2014/main" id="{3E5869A1-E7C3-4781-AF47-E4D17D57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AC25C-6A92-4D9F-AE28-F2B7AB45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3038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 alquilado: 2 tops + 1 sub</a:t>
            </a:r>
          </a:p>
        </p:txBody>
      </p:sp>
      <p:sp>
        <p:nvSpPr>
          <p:cNvPr id="11" name="b3">
            <a:extLst xmlns:a="http://schemas.openxmlformats.org/drawingml/2006/main">
              <a:ext uri="{FF2B5EF4-FFF2-40B4-BE49-F238E27FC236}">
                <a16:creationId xmlns:a16="http://schemas.microsoft.com/office/drawing/2014/main" id="{1985560B-27FC-4E4F-8063-D91DA5A2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F9FEE-52B1-45C2-ABA7-ADFC10D1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3038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Generador 5,5 kW continuos</a:t>
            </a:r>
          </a:p>
        </p:txBody>
      </p:sp>
      <p:sp>
        <p:nvSpPr>
          <p:cNvPr id="13" name="b4">
            <a:extLst xmlns:a="http://schemas.openxmlformats.org/drawingml/2006/main">
              <a:ext uri="{FF2B5EF4-FFF2-40B4-BE49-F238E27FC236}">
                <a16:creationId xmlns:a16="http://schemas.microsoft.com/office/drawing/2014/main" id="{4BCE93AE-12FE-4751-9636-FE7D613E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FEF3C-7601-4781-A090-60778F5C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3038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Generador opera en tierra y afuera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FD0C1-3902-43FC-9A88-55FDB0CE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Nunca transportar al DJ de pie.</a:t>
            </a:r>
          </a:p>
        </p:txBody>
      </p:sp>
    </p:spTree>
    <p:extLst>
      <p:ext uri="{BB962C8B-B14F-4D97-AF65-F5344CB8AC3E}">
        <p14:creationId xmlns:p14="http://schemas.microsoft.com/office/powerpoint/2010/main" val="110371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0B135-F9C3-4ED2-A8E3-F19768CB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TATÚ SONORO MÍNIMO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7FF43-BCCC-47C0-A5FF-0932897E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Se puede empujar, pero sólo como recuperación corta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042C157-EDB6-4269-9FAD-47E7BADC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9B9D8-ADB0-4E90-8DD0-8E13FAAA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1">
            <a:extLst xmlns:a="http://schemas.openxmlformats.org/drawingml/2006/main">
              <a:ext uri="{FF2B5EF4-FFF2-40B4-BE49-F238E27FC236}">
                <a16:creationId xmlns:a16="http://schemas.microsoft.com/office/drawing/2014/main" id="{BE2E5251-7EF8-4FDD-A7AC-D0D082AF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8DFD9-C160-4228-9056-2FEAA955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668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Tow / neutro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95513-CB12-4D12-97F8-59BDDC9E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6687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Modo autorizado por fabricante o neutro mecánico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6CFA2-8971-4547-8E65-D8693AD6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2">
            <a:extLst xmlns:a="http://schemas.openxmlformats.org/drawingml/2006/main">
              <a:ext uri="{FF2B5EF4-FFF2-40B4-BE49-F238E27FC236}">
                <a16:creationId xmlns:a16="http://schemas.microsoft.com/office/drawing/2014/main" id="{DA26F37C-C436-46E6-B283-F46910CA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FA786-45E8-45DB-BB7F-F1497162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67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Compra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AB89C-D0DA-4106-AC28-15FDF907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Llave fuera: 2 adultos, &lt;150 N continuos y &lt;250 N de arranque.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05C9D-330D-497B-98EC-91AFC2F1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3">
            <a:extLst xmlns:a="http://schemas.openxmlformats.org/drawingml/2006/main">
              <a:ext uri="{FF2B5EF4-FFF2-40B4-BE49-F238E27FC236}">
                <a16:creationId xmlns:a16="http://schemas.microsoft.com/office/drawing/2014/main" id="{EE5E4E19-7880-4D85-A937-D939B96C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385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BBD55-DDDD-4F0F-A88D-8840BA44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671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Empuje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E335A-199E-4522-83C0-244FED63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671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Sólo firme · ≤20 m · ≤2 km/h · pendiente ≤2%.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E3352-A35C-4299-BB32-E7439221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5E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75E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4">
            <a:extLst xmlns:a="http://schemas.openxmlformats.org/drawingml/2006/main">
              <a:ext uri="{FF2B5EF4-FFF2-40B4-BE49-F238E27FC236}">
                <a16:creationId xmlns:a16="http://schemas.microsoft.com/office/drawing/2014/main" id="{EA8E7AD5-FDF8-426C-BC14-C344DE6E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0C970-A2BE-4026-99D5-DD18D833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667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Rescate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985B3-ED91-403A-A48C-E8C66B93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672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Si se hunde o supera el esfuerzo: malacate/remolque.</a:t>
            </a:r>
          </a:p>
        </p:txBody>
      </p:sp>
      <p:sp>
        <p:nvSpPr>
          <p:cNvPr id="20" name="push-gate">
            <a:extLst xmlns:a="http://schemas.openxmlformats.org/drawingml/2006/main">
              <a:ext uri="{FF2B5EF4-FFF2-40B4-BE49-F238E27FC236}">
                <a16:creationId xmlns:a16="http://schemas.microsoft.com/office/drawing/2014/main" id="{64B0EF75-828A-49F4-8D43-86A148E2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429875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A075F-FB51-447D-A3D1-758B7EC1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97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Piloto sentado dirige y frena · puntos de recuperación unidos al bastidor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2819E-785F-472F-AA47-AE008707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PREFactibilidad mínima · agosto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45A68-784D-4AA4-BDDC-36E0FA8E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86692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099C0-3EE5-49D0-9F2E-A912FB29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TATÚ SONORO MÍNIMO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9982F-5326-44C0-A946-FCAD8181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versión simple entra en USD 14.650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26DABB0-23B0-4B6C-80A1-DAC3808E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e6058d002a469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53EDB-B7D8-4AF9-A048-7DB3224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USD 13.350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15095-AEDA-4E45-8811-187AED76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28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con PA alquilado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BC3FA-2808-4C04-9971-2DB80352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+ USD 1.300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D282B-81DF-49D3-BD62-9669108A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contingencia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2A60A8B2-CB3E-4FEB-81AE-9F64CD7A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9625"/>
            <a:ext cx="2619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8118F-7FBF-4C60-BACB-190B2DE5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053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USD 14.650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F6746-E4AF-43B4-8426-7EABE51C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6197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Margen libre: USD 350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3A5F7-4B04-42CF-AB63-BCCE6135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FC1C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FC1CB"/>
                </a:solidFill>
                <a:latin typeface="Arial"/>
                <a:ea typeface="Arial"/>
                <a:cs typeface="Arial"/>
              </a:rPr>
              <a:t>PREFactibilidad mínima · agosto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E6836-1F76-4544-86B0-299BB9CD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007432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FE367E-91EE-49AE-9B3F-BEF73FAF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TATÚ SONORO MÍNIMO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CBE8F-87BA-440C-BB9E-9D26AA00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El presupuesto depende de decir no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3C33DA8-B9A6-45A0-B06E-BECF8D39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8464E-91D0-40BF-9F97-BCE99C82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287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5E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75E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1">
            <a:extLst xmlns:a="http://schemas.openxmlformats.org/drawingml/2006/main">
              <a:ext uri="{FF2B5EF4-FFF2-40B4-BE49-F238E27FC236}">
                <a16:creationId xmlns:a16="http://schemas.microsoft.com/office/drawing/2014/main" id="{FD980399-6C6F-44F9-9B08-25C1A599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96177-E12A-48C5-A3BC-DC27A751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19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Sin pasajeros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8DE9E-218A-4F9E-8D77-2D2FC492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Sólo piloto. Los antiguos 500 kg de carga dejan de aplicar.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FF58B-1858-434E-B9E7-0287AE2B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2">
            <a:extLst xmlns:a="http://schemas.openxmlformats.org/drawingml/2006/main">
              <a:ext uri="{FF2B5EF4-FFF2-40B4-BE49-F238E27FC236}">
                <a16:creationId xmlns:a16="http://schemas.microsoft.com/office/drawing/2014/main" id="{F57855D4-F4C4-44E7-8ACB-B87E4402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6506F-E948-41CB-A96D-2EF1C406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717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Sin batería nueva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219CE-DDFF-4127-8184-F514A0DB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El donor entra sólo si supera la prueba de 5 km cargado.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B1BB9-B567-4FE6-8901-1F88D9FD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3">
            <a:extLst xmlns:a="http://schemas.openxmlformats.org/drawingml/2006/main">
              <a:ext uri="{FF2B5EF4-FFF2-40B4-BE49-F238E27FC236}">
                <a16:creationId xmlns:a16="http://schemas.microsoft.com/office/drawing/2014/main" id="{F45ADE3C-F238-4989-BA79-2E1429F0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CE53D-0BED-40B9-8765-B884D464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524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Sin PA comprado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79AA9-63B0-4EE9-84B8-732A3DFD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Alquiler durante los primeros eventos; DJ siempre en tierra.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35F8F-7D48-49A8-8FD5-626025FA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4">
            <a:extLst xmlns:a="http://schemas.openxmlformats.org/drawingml/2006/main">
              <a:ext uri="{FF2B5EF4-FFF2-40B4-BE49-F238E27FC236}">
                <a16:creationId xmlns:a16="http://schemas.microsoft.com/office/drawing/2014/main" id="{B2B25C8E-8582-444F-8422-6B84CE12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DEFED-F18D-4A07-BA22-CDA07F28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767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Sin importación mayor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6DFFD-5C88-4B7A-8B23-462AD709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China sólo para repuestos livianos y compatibles.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EAB7BF00-A5A7-4B54-9EAC-7DEA0B8E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10429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716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BA812-3EA7-40AA-99C4-7D0ABC85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340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Donor + reparaciones iniciales: máximo USD 4.950; si excede, no se compra.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1861A-0D17-4CD0-99AB-9482153D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PREFactibilidad mínima · agosto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60F10-9868-435B-AF55-0F76EACC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84979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F140F3-7FD3-4D3A-BE6D-8F564F5C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TATÚ SONORO MÍNIMO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F1167-AFBD-4BE3-B921-08330697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Construir primero lo que lo hace moverse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4EAFD36-36A6-41F1-95EB-17D466B3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BCD2D-40E4-4F01-9D79-B23D26AC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287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1">
            <a:extLst xmlns:a="http://schemas.openxmlformats.org/drawingml/2006/main">
              <a:ext uri="{FF2B5EF4-FFF2-40B4-BE49-F238E27FC236}">
                <a16:creationId xmlns:a16="http://schemas.microsoft.com/office/drawing/2014/main" id="{51B523BF-1CB3-4994-9BC7-A70D4079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87FA1-C6E4-44B0-8EEA-FDE0CFB1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19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Elegir donor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0C715-5B61-4B0D-98EB-B2CB2AA3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Batería, freno, dirección, Tow y 5 km antes de señar.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059AC-7C60-422B-954B-9496A6A3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2">
            <a:extLst xmlns:a="http://schemas.openxmlformats.org/drawingml/2006/main">
              <a:ext uri="{FF2B5EF4-FFF2-40B4-BE49-F238E27FC236}">
                <a16:creationId xmlns:a16="http://schemas.microsoft.com/office/drawing/2014/main" id="{E4325A52-B720-4C1E-978D-685F3DB0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9082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60A54-D428-4450-8D60-7FB5ACD9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193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Rolling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9F3D2-A12F-4778-88BF-8A92615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1937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Ruedas, despejes, frenado, neutral, ojos y malacate.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6FC9D-C992-45B3-AE77-3EDB0AEA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3">
            <a:extLst xmlns:a="http://schemas.openxmlformats.org/drawingml/2006/main">
              <a:ext uri="{FF2B5EF4-FFF2-40B4-BE49-F238E27FC236}">
                <a16:creationId xmlns:a16="http://schemas.microsoft.com/office/drawing/2014/main" id="{4B01452F-C4FF-437F-AE2F-C2C8891D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372F8-0F9C-434E-A7C2-1955FE11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Fiesta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0CF41-5805-495D-8C32-F25C21C0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Generador, RCD, PA alquilado y mesa sobre el suelo.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1D556-460B-46E9-A845-577AF5FF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4">
            <a:extLst xmlns:a="http://schemas.openxmlformats.org/drawingml/2006/main">
              <a:ext uri="{FF2B5EF4-FFF2-40B4-BE49-F238E27FC236}">
                <a16:creationId xmlns:a16="http://schemas.microsoft.com/office/drawing/2014/main" id="{A217B286-ABB2-4E6B-A4BB-16A1C275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910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5C5D5-BDFF-4315-89F1-C90090B6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6196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Criatura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33146-980D-4B3D-8DA3-1A464978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196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Siete bandas, luces y registros de servicio.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E45B5-7F09-4284-A609-3F455657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 falla una prueba, el caparazón todavía no está construido.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12774-EB9E-4034-80F4-2A195850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FC1C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FC1CB"/>
                </a:solidFill>
                <a:latin typeface="Arial"/>
                <a:ea typeface="Arial"/>
                <a:cs typeface="Arial"/>
              </a:rPr>
              <a:t>PREFactibilidad mínima · agosto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77180-69C9-4587-9D77-7C9AD9DB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632732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435E3-2F7B-4FAC-A61C-EADF2030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5ABBC-1A87-4E08-92B1-A1367D96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90625"/>
            <a:ext cx="619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Aprobar el</a:t>
            </a:r>
          </a:p>
          <a:p xmlns:a="http://schemas.openxmlformats.org/drawingml/2006/main">
            <a:pPr algn="l">
              <a:defRPr sz="420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prototipo mínimo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8152B41-B276-44F1-96CB-6A2AB623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000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0">
            <a:extLst xmlns:a="http://schemas.openxmlformats.org/drawingml/2006/main">
              <a:ext uri="{FF2B5EF4-FFF2-40B4-BE49-F238E27FC236}">
                <a16:creationId xmlns:a16="http://schemas.microsoft.com/office/drawing/2014/main" id="{134CEAE1-9B6A-4D88-864B-2806A1FF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793D4-CF89-4543-8810-616D813E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94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Techo total: USD 15.000</a:t>
            </a:r>
          </a:p>
        </p:txBody>
      </p:sp>
      <p:sp>
        <p:nvSpPr>
          <p:cNvPr id="6" name="b1">
            <a:extLst xmlns:a="http://schemas.openxmlformats.org/drawingml/2006/main">
              <a:ext uri="{FF2B5EF4-FFF2-40B4-BE49-F238E27FC236}">
                <a16:creationId xmlns:a16="http://schemas.microsoft.com/office/drawing/2014/main" id="{12D2E655-D36A-401F-B92F-B987AE7A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69A88-FD50-4EAE-AC57-CE1E3DA1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594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Donor local sano antes que piezas sueltas</a:t>
            </a:r>
          </a:p>
        </p:txBody>
      </p:sp>
      <p:sp>
        <p:nvSpPr>
          <p:cNvPr id="8" name="b2">
            <a:extLst xmlns:a="http://schemas.openxmlformats.org/drawingml/2006/main">
              <a:ext uri="{FF2B5EF4-FFF2-40B4-BE49-F238E27FC236}">
                <a16:creationId xmlns:a16="http://schemas.microsoft.com/office/drawing/2014/main" id="{17AC6A5D-98A7-416B-BE3E-52AD33DB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12E82-1394-4D57-B896-9AB448DD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594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Ruedas y frenos antes que decoración</a:t>
            </a:r>
          </a:p>
        </p:txBody>
      </p:sp>
      <p:sp>
        <p:nvSpPr>
          <p:cNvPr id="10" name="b3">
            <a:extLst xmlns:a="http://schemas.openxmlformats.org/drawingml/2006/main">
              <a:ext uri="{FF2B5EF4-FFF2-40B4-BE49-F238E27FC236}">
                <a16:creationId xmlns:a16="http://schemas.microsoft.com/office/drawing/2014/main" id="{EABA0D46-288F-4B6D-9720-CD44D1D4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0F419-6D68-4D95-A77A-37E9DF12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594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DJ siempre de pie y fuera del vehículo</a:t>
            </a:r>
          </a:p>
        </p:txBody>
      </p:sp>
      <p:sp>
        <p:nvSpPr>
          <p:cNvPr id="12" name="ask">
            <a:extLst xmlns:a="http://schemas.openxmlformats.org/drawingml/2006/main">
              <a:ext uri="{FF2B5EF4-FFF2-40B4-BE49-F238E27FC236}">
                <a16:creationId xmlns:a16="http://schemas.microsoft.com/office/drawing/2014/main" id="{24601B85-AF51-407F-B5AE-5FC4D01F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00125"/>
            <a:ext cx="3429000" cy="45243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16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24F05-F1C5-4723-B104-99CC3987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PRIMERO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CB238-6026-4ED7-B426-2CD27792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276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donor + ruedas</a:t>
            </a:r>
          </a:p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frenos + prueba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7494F2F7-F267-468D-BB69-99D6CE7E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4CBC3-B10E-46FE-A4C2-83ABD419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DESPUÉS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8BE67-DA51-46B1-806C-A10BD33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 alquilado + piel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D1914-C37D-49F0-932A-3318D004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Tatú Sonoro Mínimo · anteproyecto revisado</a:t>
            </a:r>
          </a:p>
        </p:txBody>
      </p:sp>
    </p:spTree>
    <p:extLst>
      <p:ext uri="{BB962C8B-B14F-4D97-AF65-F5344CB8AC3E}">
        <p14:creationId xmlns:p14="http://schemas.microsoft.com/office/powerpoint/2010/main" val="1195189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2026-08-13T15:38:10.0390000Z</dcterms:created>
  <dcterms:modified xsi:type="dcterms:W3CDTF">2026-08-13T15:38:10.0390000Z</dcterms:modified>
</coreProperties>
</file>